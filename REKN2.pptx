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395" r:id="rId3"/>
    <p:sldId id="453" r:id="rId4"/>
    <p:sldId id="505" r:id="rId5"/>
    <p:sldId id="490" r:id="rId6"/>
    <p:sldId id="506" r:id="rId7"/>
    <p:sldId id="401" r:id="rId8"/>
    <p:sldId id="507" r:id="rId9"/>
    <p:sldId id="508" r:id="rId10"/>
    <p:sldId id="509" r:id="rId11"/>
    <p:sldId id="405" r:id="rId12"/>
    <p:sldId id="431" r:id="rId13"/>
    <p:sldId id="432" r:id="rId14"/>
    <p:sldId id="423" r:id="rId15"/>
    <p:sldId id="433" r:id="rId16"/>
    <p:sldId id="491" r:id="rId17"/>
    <p:sldId id="492" r:id="rId18"/>
    <p:sldId id="510" r:id="rId19"/>
    <p:sldId id="493" r:id="rId20"/>
    <p:sldId id="497" r:id="rId21"/>
    <p:sldId id="362" r:id="rId22"/>
    <p:sldId id="523" r:id="rId23"/>
    <p:sldId id="494" r:id="rId24"/>
    <p:sldId id="457" r:id="rId25"/>
    <p:sldId id="456" r:id="rId26"/>
    <p:sldId id="511" r:id="rId27"/>
    <p:sldId id="512" r:id="rId28"/>
    <p:sldId id="495" r:id="rId29"/>
    <p:sldId id="482" r:id="rId30"/>
    <p:sldId id="383" r:id="rId31"/>
    <p:sldId id="499" r:id="rId32"/>
    <p:sldId id="500" r:id="rId33"/>
    <p:sldId id="501" r:id="rId34"/>
    <p:sldId id="462" r:id="rId35"/>
    <p:sldId id="522" r:id="rId36"/>
    <p:sldId id="471" r:id="rId37"/>
    <p:sldId id="502" r:id="rId38"/>
    <p:sldId id="503" r:id="rId39"/>
    <p:sldId id="504" r:id="rId40"/>
    <p:sldId id="414" r:id="rId41"/>
    <p:sldId id="419" r:id="rId42"/>
    <p:sldId id="420" r:id="rId43"/>
    <p:sldId id="421" r:id="rId44"/>
    <p:sldId id="422" r:id="rId45"/>
    <p:sldId id="455" r:id="rId46"/>
    <p:sldId id="459" r:id="rId47"/>
    <p:sldId id="258" r:id="rId48"/>
    <p:sldId id="263" r:id="rId49"/>
    <p:sldId id="261" r:id="rId50"/>
    <p:sldId id="498"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42" d="100"/>
          <a:sy n="42" d="100"/>
        </p:scale>
        <p:origin x="1145" y="41"/>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T Shoemaker" userId="dc9db046-f2e9-42dd-9007-71360e40fbdc" providerId="ADAL" clId="{668A3C73-FD55-4525-B63C-B2283C306F6D}"/>
    <pc:docChg chg="custSel addSld delSld modSld sldOrd">
      <pc:chgData name="Kevin T Shoemaker" userId="dc9db046-f2e9-42dd-9007-71360e40fbdc" providerId="ADAL" clId="{668A3C73-FD55-4525-B63C-B2283C306F6D}" dt="2026-03-31T02:53:26.632" v="134"/>
      <pc:docMkLst>
        <pc:docMk/>
      </pc:docMkLst>
      <pc:sldChg chg="add">
        <pc:chgData name="Kevin T Shoemaker" userId="dc9db046-f2e9-42dd-9007-71360e40fbdc" providerId="ADAL" clId="{668A3C73-FD55-4525-B63C-B2283C306F6D}" dt="2026-03-31T02:53:26.632" v="134"/>
        <pc:sldMkLst>
          <pc:docMk/>
          <pc:sldMk cId="3313272507" sldId="383"/>
        </pc:sldMkLst>
      </pc:sldChg>
      <pc:sldChg chg="del">
        <pc:chgData name="Kevin T Shoemaker" userId="dc9db046-f2e9-42dd-9007-71360e40fbdc" providerId="ADAL" clId="{668A3C73-FD55-4525-B63C-B2283C306F6D}" dt="2026-03-31T02:53:22.320" v="132" actId="2696"/>
        <pc:sldMkLst>
          <pc:docMk/>
          <pc:sldMk cId="3698423872" sldId="383"/>
        </pc:sldMkLst>
      </pc:sldChg>
      <pc:sldChg chg="del">
        <pc:chgData name="Kevin T Shoemaker" userId="dc9db046-f2e9-42dd-9007-71360e40fbdc" providerId="ADAL" clId="{668A3C73-FD55-4525-B63C-B2283C306F6D}" dt="2026-03-31T02:47:18.613" v="0" actId="47"/>
        <pc:sldMkLst>
          <pc:docMk/>
          <pc:sldMk cId="3904745119" sldId="449"/>
        </pc:sldMkLst>
      </pc:sldChg>
      <pc:sldChg chg="add">
        <pc:chgData name="Kevin T Shoemaker" userId="dc9db046-f2e9-42dd-9007-71360e40fbdc" providerId="ADAL" clId="{668A3C73-FD55-4525-B63C-B2283C306F6D}" dt="2026-03-31T02:53:26.632" v="134"/>
        <pc:sldMkLst>
          <pc:docMk/>
          <pc:sldMk cId="879020379" sldId="456"/>
        </pc:sldMkLst>
      </pc:sldChg>
      <pc:sldChg chg="del">
        <pc:chgData name="Kevin T Shoemaker" userId="dc9db046-f2e9-42dd-9007-71360e40fbdc" providerId="ADAL" clId="{668A3C73-FD55-4525-B63C-B2283C306F6D}" dt="2026-03-31T02:53:22.320" v="132" actId="2696"/>
        <pc:sldMkLst>
          <pc:docMk/>
          <pc:sldMk cId="2460683054" sldId="456"/>
        </pc:sldMkLst>
      </pc:sldChg>
      <pc:sldChg chg="add">
        <pc:chgData name="Kevin T Shoemaker" userId="dc9db046-f2e9-42dd-9007-71360e40fbdc" providerId="ADAL" clId="{668A3C73-FD55-4525-B63C-B2283C306F6D}" dt="2026-03-31T02:53:26.632" v="134"/>
        <pc:sldMkLst>
          <pc:docMk/>
          <pc:sldMk cId="1567466601" sldId="457"/>
        </pc:sldMkLst>
      </pc:sldChg>
      <pc:sldChg chg="del">
        <pc:chgData name="Kevin T Shoemaker" userId="dc9db046-f2e9-42dd-9007-71360e40fbdc" providerId="ADAL" clId="{668A3C73-FD55-4525-B63C-B2283C306F6D}" dt="2026-03-31T02:53:22.320" v="132" actId="2696"/>
        <pc:sldMkLst>
          <pc:docMk/>
          <pc:sldMk cId="4200623995" sldId="457"/>
        </pc:sldMkLst>
      </pc:sldChg>
      <pc:sldChg chg="add">
        <pc:chgData name="Kevin T Shoemaker" userId="dc9db046-f2e9-42dd-9007-71360e40fbdc" providerId="ADAL" clId="{668A3C73-FD55-4525-B63C-B2283C306F6D}" dt="2026-03-31T02:53:26.632" v="134"/>
        <pc:sldMkLst>
          <pc:docMk/>
          <pc:sldMk cId="1668876514" sldId="462"/>
        </pc:sldMkLst>
      </pc:sldChg>
      <pc:sldChg chg="del">
        <pc:chgData name="Kevin T Shoemaker" userId="dc9db046-f2e9-42dd-9007-71360e40fbdc" providerId="ADAL" clId="{668A3C73-FD55-4525-B63C-B2283C306F6D}" dt="2026-03-31T02:53:22.320" v="132" actId="2696"/>
        <pc:sldMkLst>
          <pc:docMk/>
          <pc:sldMk cId="2977633358" sldId="462"/>
        </pc:sldMkLst>
      </pc:sldChg>
      <pc:sldChg chg="del">
        <pc:chgData name="Kevin T Shoemaker" userId="dc9db046-f2e9-42dd-9007-71360e40fbdc" providerId="ADAL" clId="{668A3C73-FD55-4525-B63C-B2283C306F6D}" dt="2026-03-31T02:53:22.320" v="132" actId="2696"/>
        <pc:sldMkLst>
          <pc:docMk/>
          <pc:sldMk cId="93026590" sldId="471"/>
        </pc:sldMkLst>
      </pc:sldChg>
      <pc:sldChg chg="add">
        <pc:chgData name="Kevin T Shoemaker" userId="dc9db046-f2e9-42dd-9007-71360e40fbdc" providerId="ADAL" clId="{668A3C73-FD55-4525-B63C-B2283C306F6D}" dt="2026-03-31T02:53:26.632" v="134"/>
        <pc:sldMkLst>
          <pc:docMk/>
          <pc:sldMk cId="2102692672" sldId="471"/>
        </pc:sldMkLst>
      </pc:sldChg>
      <pc:sldChg chg="del">
        <pc:chgData name="Kevin T Shoemaker" userId="dc9db046-f2e9-42dd-9007-71360e40fbdc" providerId="ADAL" clId="{668A3C73-FD55-4525-B63C-B2283C306F6D}" dt="2026-03-31T02:53:22.320" v="132" actId="2696"/>
        <pc:sldMkLst>
          <pc:docMk/>
          <pc:sldMk cId="1154033238" sldId="482"/>
        </pc:sldMkLst>
      </pc:sldChg>
      <pc:sldChg chg="add">
        <pc:chgData name="Kevin T Shoemaker" userId="dc9db046-f2e9-42dd-9007-71360e40fbdc" providerId="ADAL" clId="{668A3C73-FD55-4525-B63C-B2283C306F6D}" dt="2026-03-31T02:53:26.632" v="134"/>
        <pc:sldMkLst>
          <pc:docMk/>
          <pc:sldMk cId="2389555402" sldId="482"/>
        </pc:sldMkLst>
      </pc:sldChg>
      <pc:sldChg chg="modSp mod">
        <pc:chgData name="Kevin T Shoemaker" userId="dc9db046-f2e9-42dd-9007-71360e40fbdc" providerId="ADAL" clId="{668A3C73-FD55-4525-B63C-B2283C306F6D}" dt="2026-03-31T02:51:32.410" v="131" actId="20577"/>
        <pc:sldMkLst>
          <pc:docMk/>
          <pc:sldMk cId="74691033" sldId="493"/>
        </pc:sldMkLst>
        <pc:spChg chg="mod">
          <ac:chgData name="Kevin T Shoemaker" userId="dc9db046-f2e9-42dd-9007-71360e40fbdc" providerId="ADAL" clId="{668A3C73-FD55-4525-B63C-B2283C306F6D}" dt="2026-03-31T02:51:07.549" v="58" actId="20577"/>
          <ac:spMkLst>
            <pc:docMk/>
            <pc:sldMk cId="74691033" sldId="493"/>
            <ac:spMk id="2" creationId="{9C658E7B-2174-AF1A-8E2F-1394B3757968}"/>
          </ac:spMkLst>
        </pc:spChg>
        <pc:spChg chg="mod">
          <ac:chgData name="Kevin T Shoemaker" userId="dc9db046-f2e9-42dd-9007-71360e40fbdc" providerId="ADAL" clId="{668A3C73-FD55-4525-B63C-B2283C306F6D}" dt="2026-03-31T02:51:32.410" v="131" actId="20577"/>
          <ac:spMkLst>
            <pc:docMk/>
            <pc:sldMk cId="74691033" sldId="493"/>
            <ac:spMk id="3" creationId="{2DD66D8D-6F15-B097-ACDE-281F54A2E0CD}"/>
          </ac:spMkLst>
        </pc:spChg>
      </pc:sldChg>
      <pc:sldChg chg="modSp del mod">
        <pc:chgData name="Kevin T Shoemaker" userId="dc9db046-f2e9-42dd-9007-71360e40fbdc" providerId="ADAL" clId="{668A3C73-FD55-4525-B63C-B2283C306F6D}" dt="2026-03-31T02:53:22.320" v="132" actId="2696"/>
        <pc:sldMkLst>
          <pc:docMk/>
          <pc:sldMk cId="2352311299" sldId="494"/>
        </pc:sldMkLst>
        <pc:spChg chg="mod">
          <ac:chgData name="Kevin T Shoemaker" userId="dc9db046-f2e9-42dd-9007-71360e40fbdc" providerId="ADAL" clId="{668A3C73-FD55-4525-B63C-B2283C306F6D}" dt="2026-03-31T02:50:44.694" v="40" actId="20577"/>
          <ac:spMkLst>
            <pc:docMk/>
            <pc:sldMk cId="2352311299" sldId="494"/>
            <ac:spMk id="3" creationId="{8F3C0683-8490-AC74-1548-930DA4B67C78}"/>
          </ac:spMkLst>
        </pc:spChg>
      </pc:sldChg>
      <pc:sldChg chg="add">
        <pc:chgData name="Kevin T Shoemaker" userId="dc9db046-f2e9-42dd-9007-71360e40fbdc" providerId="ADAL" clId="{668A3C73-FD55-4525-B63C-B2283C306F6D}" dt="2026-03-31T02:53:26.632" v="134"/>
        <pc:sldMkLst>
          <pc:docMk/>
          <pc:sldMk cId="2853900509" sldId="494"/>
        </pc:sldMkLst>
      </pc:sldChg>
      <pc:sldChg chg="del">
        <pc:chgData name="Kevin T Shoemaker" userId="dc9db046-f2e9-42dd-9007-71360e40fbdc" providerId="ADAL" clId="{668A3C73-FD55-4525-B63C-B2283C306F6D}" dt="2026-03-31T02:53:22.320" v="132" actId="2696"/>
        <pc:sldMkLst>
          <pc:docMk/>
          <pc:sldMk cId="281782912" sldId="495"/>
        </pc:sldMkLst>
      </pc:sldChg>
      <pc:sldChg chg="delSp add setBg delDesignElem">
        <pc:chgData name="Kevin T Shoemaker" userId="dc9db046-f2e9-42dd-9007-71360e40fbdc" providerId="ADAL" clId="{668A3C73-FD55-4525-B63C-B2283C306F6D}" dt="2026-03-31T02:53:26.632" v="134"/>
        <pc:sldMkLst>
          <pc:docMk/>
          <pc:sldMk cId="3088387446" sldId="495"/>
        </pc:sldMkLst>
        <pc:spChg chg="del">
          <ac:chgData name="Kevin T Shoemaker" userId="dc9db046-f2e9-42dd-9007-71360e40fbdc" providerId="ADAL" clId="{668A3C73-FD55-4525-B63C-B2283C306F6D}" dt="2026-03-31T02:53:26.632" v="134"/>
          <ac:spMkLst>
            <pc:docMk/>
            <pc:sldMk cId="3088387446" sldId="495"/>
            <ac:spMk id="2061" creationId="{D4771268-CB57-404A-9271-370EB28F6090}"/>
          </ac:spMkLst>
        </pc:spChg>
      </pc:sldChg>
      <pc:sldChg chg="modSp mod ord">
        <pc:chgData name="Kevin T Shoemaker" userId="dc9db046-f2e9-42dd-9007-71360e40fbdc" providerId="ADAL" clId="{668A3C73-FD55-4525-B63C-B2283C306F6D}" dt="2026-03-31T02:50:56.511" v="42"/>
        <pc:sldMkLst>
          <pc:docMk/>
          <pc:sldMk cId="3495181627" sldId="497"/>
        </pc:sldMkLst>
        <pc:spChg chg="mod">
          <ac:chgData name="Kevin T Shoemaker" userId="dc9db046-f2e9-42dd-9007-71360e40fbdc" providerId="ADAL" clId="{668A3C73-FD55-4525-B63C-B2283C306F6D}" dt="2026-03-31T02:49:41.229" v="35" actId="20577"/>
          <ac:spMkLst>
            <pc:docMk/>
            <pc:sldMk cId="3495181627" sldId="497"/>
            <ac:spMk id="5" creationId="{41EBCA94-D4E1-3DD4-5C18-1F525AFC4D79}"/>
          </ac:spMkLst>
        </pc:spChg>
      </pc:sldChg>
      <pc:sldChg chg="add">
        <pc:chgData name="Kevin T Shoemaker" userId="dc9db046-f2e9-42dd-9007-71360e40fbdc" providerId="ADAL" clId="{668A3C73-FD55-4525-B63C-B2283C306F6D}" dt="2026-03-31T02:53:26.632" v="134"/>
        <pc:sldMkLst>
          <pc:docMk/>
          <pc:sldMk cId="700594537" sldId="499"/>
        </pc:sldMkLst>
      </pc:sldChg>
      <pc:sldChg chg="del">
        <pc:chgData name="Kevin T Shoemaker" userId="dc9db046-f2e9-42dd-9007-71360e40fbdc" providerId="ADAL" clId="{668A3C73-FD55-4525-B63C-B2283C306F6D}" dt="2026-03-31T02:53:22.320" v="132" actId="2696"/>
        <pc:sldMkLst>
          <pc:docMk/>
          <pc:sldMk cId="1697710079" sldId="499"/>
        </pc:sldMkLst>
      </pc:sldChg>
      <pc:sldChg chg="del">
        <pc:chgData name="Kevin T Shoemaker" userId="dc9db046-f2e9-42dd-9007-71360e40fbdc" providerId="ADAL" clId="{668A3C73-FD55-4525-B63C-B2283C306F6D}" dt="2026-03-31T02:53:22.320" v="132" actId="2696"/>
        <pc:sldMkLst>
          <pc:docMk/>
          <pc:sldMk cId="1141193581" sldId="500"/>
        </pc:sldMkLst>
      </pc:sldChg>
      <pc:sldChg chg="add">
        <pc:chgData name="Kevin T Shoemaker" userId="dc9db046-f2e9-42dd-9007-71360e40fbdc" providerId="ADAL" clId="{668A3C73-FD55-4525-B63C-B2283C306F6D}" dt="2026-03-31T02:53:26.632" v="134"/>
        <pc:sldMkLst>
          <pc:docMk/>
          <pc:sldMk cId="1194557636" sldId="500"/>
        </pc:sldMkLst>
      </pc:sldChg>
      <pc:sldChg chg="add">
        <pc:chgData name="Kevin T Shoemaker" userId="dc9db046-f2e9-42dd-9007-71360e40fbdc" providerId="ADAL" clId="{668A3C73-FD55-4525-B63C-B2283C306F6D}" dt="2026-03-31T02:53:26.632" v="134"/>
        <pc:sldMkLst>
          <pc:docMk/>
          <pc:sldMk cId="516457563" sldId="501"/>
        </pc:sldMkLst>
      </pc:sldChg>
      <pc:sldChg chg="del">
        <pc:chgData name="Kevin T Shoemaker" userId="dc9db046-f2e9-42dd-9007-71360e40fbdc" providerId="ADAL" clId="{668A3C73-FD55-4525-B63C-B2283C306F6D}" dt="2026-03-31T02:53:22.320" v="132" actId="2696"/>
        <pc:sldMkLst>
          <pc:docMk/>
          <pc:sldMk cId="3530432716" sldId="501"/>
        </pc:sldMkLst>
      </pc:sldChg>
      <pc:sldChg chg="del">
        <pc:chgData name="Kevin T Shoemaker" userId="dc9db046-f2e9-42dd-9007-71360e40fbdc" providerId="ADAL" clId="{668A3C73-FD55-4525-B63C-B2283C306F6D}" dt="2026-03-31T02:53:22.320" v="132" actId="2696"/>
        <pc:sldMkLst>
          <pc:docMk/>
          <pc:sldMk cId="2730846883" sldId="511"/>
        </pc:sldMkLst>
      </pc:sldChg>
      <pc:sldChg chg="add">
        <pc:chgData name="Kevin T Shoemaker" userId="dc9db046-f2e9-42dd-9007-71360e40fbdc" providerId="ADAL" clId="{668A3C73-FD55-4525-B63C-B2283C306F6D}" dt="2026-03-31T02:53:26.632" v="134"/>
        <pc:sldMkLst>
          <pc:docMk/>
          <pc:sldMk cId="3828710232" sldId="511"/>
        </pc:sldMkLst>
      </pc:sldChg>
      <pc:sldChg chg="add">
        <pc:chgData name="Kevin T Shoemaker" userId="dc9db046-f2e9-42dd-9007-71360e40fbdc" providerId="ADAL" clId="{668A3C73-FD55-4525-B63C-B2283C306F6D}" dt="2026-03-31T02:53:26.632" v="134"/>
        <pc:sldMkLst>
          <pc:docMk/>
          <pc:sldMk cId="3339873412" sldId="512"/>
        </pc:sldMkLst>
      </pc:sldChg>
      <pc:sldChg chg="del">
        <pc:chgData name="Kevin T Shoemaker" userId="dc9db046-f2e9-42dd-9007-71360e40fbdc" providerId="ADAL" clId="{668A3C73-FD55-4525-B63C-B2283C306F6D}" dt="2026-03-31T02:53:22.320" v="132" actId="2696"/>
        <pc:sldMkLst>
          <pc:docMk/>
          <pc:sldMk cId="3778382730" sldId="512"/>
        </pc:sldMkLst>
      </pc:sldChg>
      <pc:sldChg chg="add">
        <pc:chgData name="Kevin T Shoemaker" userId="dc9db046-f2e9-42dd-9007-71360e40fbdc" providerId="ADAL" clId="{668A3C73-FD55-4525-B63C-B2283C306F6D}" dt="2026-03-31T02:53:26.632" v="134"/>
        <pc:sldMkLst>
          <pc:docMk/>
          <pc:sldMk cId="2030717933" sldId="522"/>
        </pc:sldMkLst>
      </pc:sldChg>
      <pc:sldChg chg="del">
        <pc:chgData name="Kevin T Shoemaker" userId="dc9db046-f2e9-42dd-9007-71360e40fbdc" providerId="ADAL" clId="{668A3C73-FD55-4525-B63C-B2283C306F6D}" dt="2026-03-31T02:53:22.320" v="132" actId="2696"/>
        <pc:sldMkLst>
          <pc:docMk/>
          <pc:sldMk cId="2863773486" sldId="52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3/30/2026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1</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13</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Illustrates how PVA intersects with decision analysis. </a:t>
            </a:r>
          </a:p>
        </p:txBody>
      </p:sp>
      <p:sp>
        <p:nvSpPr>
          <p:cNvPr id="4" name="Slide Number Placeholder 3"/>
          <p:cNvSpPr>
            <a:spLocks noGrp="1"/>
          </p:cNvSpPr>
          <p:nvPr>
            <p:ph type="sldNum" sz="quarter" idx="5"/>
          </p:nvPr>
        </p:nvSpPr>
        <p:spPr/>
        <p:txBody>
          <a:bodyPr/>
          <a:lstStyle/>
          <a:p>
            <a:fld id="{047B4AE8-1075-48E4-9F0E-14AAFCA87C11}" type="slidenum">
              <a:rPr lang="en-US" smtClean="0"/>
              <a:t>14</a:t>
            </a:fld>
            <a:endParaRPr lang="en-US"/>
          </a:p>
        </p:txBody>
      </p:sp>
    </p:spTree>
    <p:extLst>
      <p:ext uri="{BB962C8B-B14F-4D97-AF65-F5344CB8AC3E}">
        <p14:creationId xmlns:p14="http://schemas.microsoft.com/office/powerpoint/2010/main" val="9988988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17</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30</a:t>
            </a:fld>
            <a:endParaRPr lang="en-US"/>
          </a:p>
        </p:txBody>
      </p:sp>
    </p:spTree>
    <p:extLst>
      <p:ext uri="{BB962C8B-B14F-4D97-AF65-F5344CB8AC3E}">
        <p14:creationId xmlns:p14="http://schemas.microsoft.com/office/powerpoint/2010/main" val="36461697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36</a:t>
            </a:fld>
            <a:endParaRPr lang="en-US"/>
          </a:p>
        </p:txBody>
      </p:sp>
    </p:spTree>
    <p:extLst>
      <p:ext uri="{BB962C8B-B14F-4D97-AF65-F5344CB8AC3E}">
        <p14:creationId xmlns:p14="http://schemas.microsoft.com/office/powerpoint/2010/main" val="35758784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37</a:t>
            </a:fld>
            <a:endParaRPr/>
          </a:p>
        </p:txBody>
      </p:sp>
    </p:spTree>
    <p:extLst>
      <p:ext uri="{BB962C8B-B14F-4D97-AF65-F5344CB8AC3E}">
        <p14:creationId xmlns:p14="http://schemas.microsoft.com/office/powerpoint/2010/main" val="2390196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38</a:t>
            </a:fld>
            <a:endParaRPr/>
          </a:p>
        </p:txBody>
      </p:sp>
    </p:spTree>
    <p:extLst>
      <p:ext uri="{BB962C8B-B14F-4D97-AF65-F5344CB8AC3E}">
        <p14:creationId xmlns:p14="http://schemas.microsoft.com/office/powerpoint/2010/main" val="8833209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39</a:t>
            </a:fld>
            <a:endParaRPr/>
          </a:p>
        </p:txBody>
      </p:sp>
    </p:spTree>
    <p:extLst>
      <p:ext uri="{BB962C8B-B14F-4D97-AF65-F5344CB8AC3E}">
        <p14:creationId xmlns:p14="http://schemas.microsoft.com/office/powerpoint/2010/main" val="12326964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48</a:t>
            </a:fld>
            <a:endParaRPr lang="en-US"/>
          </a:p>
        </p:txBody>
      </p:sp>
    </p:spTree>
    <p:extLst>
      <p:ext uri="{BB962C8B-B14F-4D97-AF65-F5344CB8AC3E}">
        <p14:creationId xmlns:p14="http://schemas.microsoft.com/office/powerpoint/2010/main" val="2211331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3/30/2026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3/30/2026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3/30/2026</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jpe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3.jpeg"/></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4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maximize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needed to update the model!</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1290350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6508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extLst>
                <a:ext uri="{28A0092B-C50C-407E-A947-70E740481C1C}">
                  <a14:useLocalDpi xmlns:a14="http://schemas.microsoft.com/office/drawing/2010/main" val="0"/>
                </a:ext>
              </a:extLst>
            </a:blip>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extLst>
                <a:ext uri="{28A0092B-C50C-407E-A947-70E740481C1C}">
                  <a14:useLocalDpi xmlns:a14="http://schemas.microsoft.com/office/drawing/2010/main" val="0"/>
                </a:ext>
              </a:extLst>
            </a:blip>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err="1">
                <a:latin typeface="Times New Roman"/>
                <a:cs typeface="Times New Roman"/>
              </a:rPr>
              <a:t>r</a:t>
            </a:r>
            <a:r>
              <a:rPr sz="2400" i="1" spc="7" baseline="-21367" dirty="0" err="1">
                <a:latin typeface="Times New Roman"/>
                <a:cs typeface="Times New Roman"/>
              </a:rPr>
              <a:t>y</a:t>
            </a:r>
            <a:r>
              <a:rPr sz="2400" i="1" spc="7" baseline="-21367" dirty="0">
                <a:latin typeface="Times New Roman"/>
                <a:cs typeface="Times New Roman"/>
              </a:rPr>
              <a:t> </a:t>
            </a:r>
            <a:r>
              <a:rPr lang="en-US" sz="2800" spc="-5" dirty="0">
                <a:latin typeface="Times New Roman"/>
                <a:cs typeface="Times New Roman"/>
              </a:rPr>
              <a:t>ranges from 0 to 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
        <p:nvSpPr>
          <p:cNvPr id="2" name="Oval 1">
            <a:extLst>
              <a:ext uri="{FF2B5EF4-FFF2-40B4-BE49-F238E27FC236}">
                <a16:creationId xmlns:a16="http://schemas.microsoft.com/office/drawing/2014/main" id="{5DA97FF1-11A3-3F19-E55C-32110CEB4E8E}"/>
              </a:ext>
            </a:extLst>
          </p:cNvPr>
          <p:cNvSpPr/>
          <p:nvPr/>
        </p:nvSpPr>
        <p:spPr>
          <a:xfrm>
            <a:off x="8040914" y="4768621"/>
            <a:ext cx="1494972" cy="1560575"/>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482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7455" y="1476383"/>
            <a:ext cx="8013346" cy="2645676"/>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 original model</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 (my reanalysis puts the survival rate closer to 80%.</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t>See Excel spreadsheet</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7E5-A274-483B-21C4-21582CEA070E}"/>
              </a:ext>
            </a:extLst>
          </p:cNvPr>
          <p:cNvSpPr>
            <a:spLocks noGrp="1"/>
          </p:cNvSpPr>
          <p:nvPr>
            <p:ph type="title"/>
          </p:nvPr>
        </p:nvSpPr>
        <p:spPr/>
        <p:txBody>
          <a:bodyPr/>
          <a:lstStyle/>
          <a:p>
            <a:r>
              <a:rPr lang="en-US" dirty="0"/>
              <a:t>L</a:t>
            </a:r>
          </a:p>
        </p:txBody>
      </p:sp>
      <p:sp>
        <p:nvSpPr>
          <p:cNvPr id="3" name="Content Placeholder 2">
            <a:extLst>
              <a:ext uri="{FF2B5EF4-FFF2-40B4-BE49-F238E27FC236}">
                <a16:creationId xmlns:a16="http://schemas.microsoft.com/office/drawing/2014/main" id="{18BC4146-63B6-FCEE-4A2E-1E2CA76A55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67346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p:txBody>
      </p:sp>
    </p:spTree>
    <p:extLst>
      <p:ext uri="{BB962C8B-B14F-4D97-AF65-F5344CB8AC3E}">
        <p14:creationId xmlns:p14="http://schemas.microsoft.com/office/powerpoint/2010/main" val="28539005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1567466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79020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38287102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339873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0883874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pPr marL="457200" lvl="1" indent="0">
              <a:buNone/>
            </a:pPr>
            <a:endParaRPr lang="en-US" dirty="0"/>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23895554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name="SPW 6.0 Graph" r:id="rId3" imgW="5650992" imgH="4233672" progId="">
                  <p:embed/>
                </p:oleObj>
              </mc:Choice>
              <mc:Fallback>
                <p:oleObj name="SPW 6.0 Graph" r:id="rId3" imgW="5650992" imgH="4233672" progId="">
                  <p:embed/>
                  <p:pic>
                    <p:nvPicPr>
                      <p:cNvPr id="7" name="Object 3"/>
                      <p:cNvPicPr>
                        <a:picLocks noChangeAspect="1" noChangeArrowheads="1"/>
                      </p:cNvPicPr>
                      <p:nvPr/>
                    </p:nvPicPr>
                    <p:blipFill>
                      <a:blip r:embed="rId4">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3132725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7005945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(set to </a:t>
            </a:r>
            <a:r>
              <a:rPr lang="en-US" b="1" dirty="0"/>
              <a:t>1.6 million per year</a:t>
            </a:r>
            <a:r>
              <a:rPr lang="en-US" dirty="0"/>
              <a:t>).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945576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5164575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668876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03071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2102692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cstate="print">
            <a:alphaModFix/>
            <a:extLst>
              <a:ext uri="{28A0092B-C50C-407E-A947-70E740481C1C}">
                <a14:useLocalDpi xmlns:a14="http://schemas.microsoft.com/office/drawing/2010/main" val="0"/>
              </a:ext>
            </a:extLst>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extLst>
              <a:ext uri="{28A0092B-C50C-407E-A947-70E740481C1C}">
                <a14:useLocalDpi xmlns:a14="http://schemas.microsoft.com/office/drawing/2010/main" val="0"/>
              </a:ext>
            </a:extLst>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cstate="print">
            <a:alphaModFix/>
            <a:extLst>
              <a:ext uri="{28A0092B-C50C-407E-A947-70E740481C1C}">
                <a14:useLocalDpi xmlns:a14="http://schemas.microsoft.com/office/drawing/2010/main" val="0"/>
              </a:ext>
            </a:extLst>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extLst>
              <a:ext uri="{28A0092B-C50C-407E-A947-70E740481C1C}">
                <a14:useLocalDpi xmlns:a14="http://schemas.microsoft.com/office/drawing/2010/main" val="0"/>
              </a:ext>
            </a:extLst>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725517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402775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cstate="print">
            <a:alphaModFix/>
            <a:extLst>
              <a:ext uri="{28A0092B-C50C-407E-A947-70E740481C1C}">
                <a14:useLocalDpi xmlns:a14="http://schemas.microsoft.com/office/drawing/2010/main" val="0"/>
              </a:ext>
            </a:extLst>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1871595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33172962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6171112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759577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7832355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Viability Analysis (PVA) </a:t>
            </a:r>
            <a:r>
              <a:rPr sz="3600" b="1" spc="-10" dirty="0"/>
              <a:t>Models</a:t>
            </a:r>
            <a:endParaRPr sz="3600" b="1" dirty="0"/>
          </a:p>
        </p:txBody>
      </p:sp>
      <p:sp>
        <p:nvSpPr>
          <p:cNvPr id="9" name="object 9"/>
          <p:cNvSpPr txBox="1"/>
          <p:nvPr/>
        </p:nvSpPr>
        <p:spPr>
          <a:xfrm>
            <a:off x="1047750" y="1470992"/>
            <a:ext cx="10096500" cy="4444807"/>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384300" lvl="2" indent="-457834">
              <a:buFont typeface="Arial"/>
              <a:buChar char="•"/>
              <a:tabLst>
                <a:tab pos="926465" algn="l"/>
                <a:tab pos="927100" algn="l"/>
              </a:tabLst>
            </a:pPr>
            <a:r>
              <a:rPr lang="en-US" sz="2400" spc="-10" dirty="0">
                <a:latin typeface="Calibri"/>
                <a:cs typeface="Calibri"/>
              </a:rPr>
              <a:t>Fit a distribution to the CMSA results (bivariate lognormal)</a:t>
            </a:r>
          </a:p>
          <a:p>
            <a:pPr marL="927100" marR="32384" lvl="1"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20595660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26885883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29715903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4008137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229734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val="0"/>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8848247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488993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11410</TotalTime>
  <Words>2041</Words>
  <Application>Microsoft Office PowerPoint</Application>
  <PresentationFormat>Widescreen</PresentationFormat>
  <Paragraphs>256</Paragraphs>
  <Slides>50</Slides>
  <Notes>10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57" baseType="lpstr">
      <vt:lpstr>Arial</vt:lpstr>
      <vt:lpstr>Calibri</vt:lpstr>
      <vt:lpstr>Calibri Light</vt:lpstr>
      <vt:lpstr>Cambria Math</vt:lpstr>
      <vt:lpstr>Times New Roman</vt:lpstr>
      <vt:lpstr>Office Theme</vt:lpstr>
      <vt:lpstr>SPW 6.0 Graph</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Monitoring data</vt:lpstr>
      <vt:lpstr>PowerPoint Presentation</vt:lpstr>
      <vt:lpstr>Revised ARM Conceptual Model</vt:lpstr>
      <vt:lpstr>Results: Predicted population sizes</vt:lpstr>
      <vt:lpstr>Results: Predicted population sizes</vt:lpstr>
      <vt:lpstr>‘Reward' Function for optimization</vt:lpstr>
      <vt:lpstr>Example Harvest Recommendation</vt:lpstr>
      <vt:lpstr>Red Knot model</vt:lpstr>
      <vt:lpstr>Two-stage population model for Red Knot:</vt:lpstr>
      <vt:lpstr>PowerPoint Presentation</vt:lpstr>
      <vt:lpstr>Red Knot (REKN) population model specification: original model</vt:lpstr>
      <vt:lpstr>(In class exercise)</vt:lpstr>
      <vt:lpstr>Let’s discuss!</vt:lpstr>
      <vt:lpstr>L</vt:lpstr>
      <vt:lpstr>REKN scenario tests</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Population Viability Analysis (PVA)</vt:lpstr>
      <vt:lpstr>PVA challenges and opportunities </vt:lpstr>
      <vt:lpstr>Case study: gopher tortoise Species Status Assessment</vt:lpstr>
      <vt:lpstr>CMSA Results – Female Horseshoe Crabs</vt:lpstr>
      <vt:lpstr>Red Knot IPM – Survival and Recruitment</vt:lpstr>
      <vt:lpstr>Red Knot IPM – Covariate Effects</vt:lpstr>
      <vt:lpstr>Red Knot IPM – Covariate Effects</vt:lpstr>
      <vt:lpstr>Population Viability Analysis (PVA) Models</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T Shoemaker</cp:lastModifiedBy>
  <cp:revision>455</cp:revision>
  <dcterms:created xsi:type="dcterms:W3CDTF">2016-09-20T20:11:05Z</dcterms:created>
  <dcterms:modified xsi:type="dcterms:W3CDTF">2026-03-31T02:53:31Z</dcterms:modified>
</cp:coreProperties>
</file>